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28feb932214204" /><Relationship Type="http://schemas.openxmlformats.org/officeDocument/2006/relationships/extended-properties" Target="/docProps/app.xml" Id="R4d6f497d0aed4dd5" /><Relationship Type="http://schemas.openxmlformats.org/officeDocument/2006/relationships/officeDocument" Target="/ppt/presentation.xml" Id="Re43f4dc4f67d4e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3e1ba02c28464a"/>
  </p:sldMasterIdLst>
  <p:notesMasterIdLst>
    <p:notesMasterId xmlns:r="http://schemas.openxmlformats.org/officeDocument/2006/relationships" r:id="Rd69c91c6cf9c4e40"/>
  </p:notesMasterIdLst>
  <p:sldIdLst>
    <p:sldId xmlns:r="http://schemas.openxmlformats.org/officeDocument/2006/relationships" id="256" r:id="R1b336168d74442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257f8ed1f74fc0" /><Relationship Type="http://schemas.openxmlformats.org/officeDocument/2006/relationships/slideMaster" Target="/ppt/slideMasters/slideMaster1.xml" Id="R443e1ba02c28464a" /><Relationship Type="http://schemas.openxmlformats.org/officeDocument/2006/relationships/notesMaster" Target="/ppt/notesMasters/notesMaster1.xml" Id="Rd69c91c6cf9c4e40" /><Relationship Type="http://schemas.openxmlformats.org/officeDocument/2006/relationships/presProps" Target="/ppt/presProps.xml" Id="R8ee2abe537564146" /><Relationship Type="http://schemas.openxmlformats.org/officeDocument/2006/relationships/tableStyles" Target="/ppt/tableStyles.xml" Id="R159f99f0906b4981" /><Relationship Type="http://schemas.openxmlformats.org/officeDocument/2006/relationships/slide" Target="/ppt/slides/slide1.xml" Id="R1b336168d74442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533c74fcf040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0337087c5c4bd6" /><Relationship Type="http://schemas.openxmlformats.org/officeDocument/2006/relationships/notesMaster" Target="/ppt/notesMasters/notesMaster1.xml" Id="R511d82edab9242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Standalone title slide created from the user's requested collaborative positioning for the GrainPro impact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d9835ff6e44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133c0523a54b62" /><Relationship Type="http://schemas.openxmlformats.org/officeDocument/2006/relationships/slideLayout" Target="/ppt/slideLayouts/slideLayout1.xml" Id="R98bd678bb93a40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bd678bb93a40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30816747b4985" /><Relationship Type="http://schemas.openxmlformats.org/officeDocument/2006/relationships/notesSlide" Target="/ppt/notesSlides/notesSlide1.xml" Id="Rbab0e4e9a76c43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4CD1B-FB68-4160-9796-2B528F9E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7A0A6-6156-4D33-A227-C9B303A3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BF58E-93CF-4894-9F00-4185EF1E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D9AA0-D921-4FD1-BF6E-89A29B80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14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00065-6AED-4D02-903E-68EDDD4A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C791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D9C791"/>
                </a:solidFill>
                <a:latin typeface="Georgia"/>
                <a:ea typeface="Georgia"/>
                <a:cs typeface="Georgia"/>
              </a:rPr>
              <a:t>THRUSHCROSS ADVISORY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7C338-F926-4B87-BDB7-F048358A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8D2D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C8D2DF"/>
                </a:solidFill>
                <a:latin typeface="Aptos"/>
                <a:ea typeface="Aptos"/>
                <a:cs typeface="Aptos"/>
              </a:rPr>
              <a:t>Prepared for GrainPro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F041E-88A5-4319-B7D5-7E8E5C96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409FF-579A-4034-98E7-E004B5EF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3150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A Conversation 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D23C4-22D5-4489-B031-76663530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GrainPro's Impact Journey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CE9A8-CAFA-47AC-8A86-1239CF6F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26071"/>
                </a:solidFill>
                <a:latin typeface="Aptos"/>
                <a:ea typeface="Aptos"/>
                <a:cs typeface="Aptos"/>
              </a:rPr>
              <a:t>Exploring where measurement, delivery and decision-making can support the next stage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E2D17-7773-4828-8B9B-30197A4F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C6B2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8C6B2E"/>
                </a:solidFill>
                <a:latin typeface="Aptos"/>
                <a:ea typeface="Aptos"/>
                <a:cs typeface="Aptos"/>
              </a:rPr>
              <a:t>Working session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98E60-4638-4528-9BA0-388011BC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24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26071"/>
                </a:solidFill>
                <a:latin typeface="Aptos"/>
                <a:ea typeface="Aptos"/>
                <a:cs typeface="Aptos"/>
              </a:rPr>
              <a:t>September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E5590-D88C-46D1-AD22-E4D0EA1F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924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THRUSHCROSS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59B75-E64C-42D1-AADE-A522F695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2293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D9C791"/>
                </a:solidFill>
                <a:latin typeface="Georgia"/>
                <a:ea typeface="Georgia"/>
                <a:cs typeface="Georgia"/>
              </a:defRPr>
            </a:pPr>
            <a:r>
              <a:rPr sz="900" b="0" i="1">
                <a:solidFill>
                  <a:srgbClr val="D9C791"/>
                </a:solidFill>
                <a:latin typeface="Georgia"/>
                <a:ea typeface="Georgia"/>
                <a:cs typeface="Georgia"/>
              </a:rPr>
              <a:t>Advisory Services</a:t>
            </a:r>
          </a:p>
        </p:txBody>
      </p:sp>
    </p:spTree>
    <p:extLst>
      <p:ext uri="{BB962C8B-B14F-4D97-AF65-F5344CB8AC3E}">
        <p14:creationId xmlns:p14="http://schemas.microsoft.com/office/powerpoint/2010/main" val="1450411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2026-09-22T21:12:38.1880000Z</dcterms:created>
  <dcterms:modified xsi:type="dcterms:W3CDTF">2026-09-22T21:12:38.1880000Z</dcterms:modified>
</coreProperties>
</file>