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666bf863ed4479" /><Relationship Type="http://schemas.openxmlformats.org/officeDocument/2006/relationships/extended-properties" Target="/docProps/app.xml" Id="R26d192c7817442e9" /><Relationship Type="http://schemas.openxmlformats.org/officeDocument/2006/relationships/officeDocument" Target="/ppt/presentation.xml" Id="R838108cbad7d43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29e6f84374087"/>
  </p:sldMasterIdLst>
  <p:notesMasterIdLst>
    <p:notesMasterId xmlns:r="http://schemas.openxmlformats.org/officeDocument/2006/relationships" r:id="Ra17ef28c2de741cd"/>
  </p:notesMasterIdLst>
  <p:sldIdLst>
    <p:sldId xmlns:r="http://schemas.openxmlformats.org/officeDocument/2006/relationships" id="256" r:id="R3b2c65e3e7fc4d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fd7c2858014a3f" /><Relationship Type="http://schemas.openxmlformats.org/officeDocument/2006/relationships/slideMaster" Target="/ppt/slideMasters/slideMaster1.xml" Id="R8c329e6f84374087" /><Relationship Type="http://schemas.openxmlformats.org/officeDocument/2006/relationships/notesMaster" Target="/ppt/notesMasters/notesMaster1.xml" Id="Ra17ef28c2de741cd" /><Relationship Type="http://schemas.openxmlformats.org/officeDocument/2006/relationships/presProps" Target="/ppt/presProps.xml" Id="R7c0d1752b6354af7" /><Relationship Type="http://schemas.openxmlformats.org/officeDocument/2006/relationships/tableStyles" Target="/ppt/tableStyles.xml" Id="R373d4b2f5de84af6" /><Relationship Type="http://schemas.openxmlformats.org/officeDocument/2006/relationships/slide" Target="/ppt/slides/slide1.xml" Id="R3b2c65e3e7fc4d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8fb835adf944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148de821ce4cdb" /><Relationship Type="http://schemas.openxmlformats.org/officeDocument/2006/relationships/notesMaster" Target="/ppt/notesMasters/notesMaster1.xml" Id="Rf7c3885b61914c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Created from the user's reference slide and requested five-part Monitoring and Evaluation Framework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e6493da2bb49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707192bcbe4210" /><Relationship Type="http://schemas.openxmlformats.org/officeDocument/2006/relationships/slideLayout" Target="/ppt/slideLayouts/slideLayout1.xml" Id="R7aa7d6b1b6fb4a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7d6b1b6fb4a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5ae0c471c4daa" /><Relationship Type="http://schemas.openxmlformats.org/officeDocument/2006/relationships/notesSlide" Target="/ppt/notesSlides/notesSlide1.xml" Id="R279ffeec5b5949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2BEB14-EF6F-4DDE-B236-EC34E8D4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C6B2E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8C6B2E"/>
                </a:solidFill>
                <a:latin typeface="Georgia"/>
                <a:ea typeface="Georgia"/>
                <a:cs typeface="Georgia"/>
              </a:rPr>
              <a:t>HOW WE DELIVER IMPACT PROGRAMS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0FEBC-5453-4B0A-A128-1B86FCD2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Monitoring and Evaluation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AB63B-7929-4653-833A-F3F36625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Measurement is designed upfront, then used through delivery to guide management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0A08A-B744-449B-B082-0914CEF3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076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73068-03ED-43E0-B7D0-D630831F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1DD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C490C-1D67-4ECB-AEB0-AE16DF2C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Impact 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32077-C246-4D42-A05A-A4D6667F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076450" cy="26098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6EE90-7437-441D-AEED-47DF68F5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Stakeholder priorities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FF95F-17CB-49D6-B779-811F1B90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Theory of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582DC-833E-4299-86A7-EB762BD6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Goals and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2F7A9-7CF5-4A46-8877-0A5A6ECF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C4A15B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11D6A-5255-4D6D-9099-EBEEA46A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815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26071"/>
                </a:solidFill>
                <a:latin typeface="Aptos"/>
                <a:ea typeface="Aptos"/>
                <a:cs typeface="Aptos"/>
              </a:rPr>
              <a:t>Materiality, targets and program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2CB1F-BBAB-4A4E-9A70-5F27A7C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766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CD377-3A56-4843-9E7E-DD38FB59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66900"/>
            <a:ext cx="2076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3865B-83B5-4592-A9A0-D1EC21E9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1DDA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4B73E-0CF0-4E5A-87E5-DEF8C03B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Collection of Information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48EB3-6108-49B9-8FB0-D418EA54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2076450" cy="26098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C08650-4F7D-4A8C-92ED-8CCE0319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43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Baseline diagnostic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A7124-C8C6-441E-B45C-27922B54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432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Survey and field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CB094-8979-41EE-A74F-89161DF1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433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Partner and admin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73261-985C-49D0-A2D5-5B0828AD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5770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C4A15B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E8BFA6-604E-4810-B232-5448FAA0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815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26071"/>
                </a:solidFill>
                <a:latin typeface="Aptos"/>
                <a:ea typeface="Aptos"/>
                <a:cs typeface="Aptos"/>
              </a:rPr>
              <a:t>Sampling plans, field tools and source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D9C83-FB8D-4528-A90B-66B91247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4766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4829F-541E-44C3-B86A-F53B944F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66900"/>
            <a:ext cx="2076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A3496-8E15-4FDF-AA45-B300AE38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1DDA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8D156-9CF7-4417-9C69-4C5DF3EF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002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 and IT Tools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FCA029-4401-45B3-A814-50A3093B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71750"/>
            <a:ext cx="2076450" cy="26098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6B7A37-D690-46B6-8A6F-3683EA57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43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Indicator framework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6C2B0F-ECC7-4392-B99F-265B2AA6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432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Reporting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1FCC23-04C4-40F4-9839-12714A27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433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Mobile and web channels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EE4299-2A9D-4DAD-ABB2-762CB614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770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C4A15B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36D675-BC44-4127-817E-0BE164DF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815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26071"/>
                </a:solidFill>
                <a:latin typeface="Aptos"/>
                <a:ea typeface="Aptos"/>
                <a:cs typeface="Aptos"/>
              </a:rPr>
              <a:t>Web dashboard, WhatsApp channel and data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B73348-9225-4EEC-8AE4-FB379035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766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1A3DF3-EB53-4018-BB4B-924EA240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2076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10E5D7-862A-442F-AFCF-DEF0488A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1DDA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72DFC4-771F-4517-A1C7-E7434A6C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40BCE7-8E5C-4500-90FC-8092B587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2076450" cy="26098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1E751C-BD63-4003-BD2E-733E28E9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Program rollout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3B72D4-FB78-4BF5-B9C3-2E89E81F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Project management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513FFC-EABE-431D-8EC3-D592AEFE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433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Training and coordination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0BECA3-7D46-4ADA-9A35-98436B47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5770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C4A15B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DBF95C-F33E-4625-9942-1BE4743D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815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26071"/>
                </a:solidFill>
                <a:latin typeface="Aptos"/>
                <a:ea typeface="Aptos"/>
                <a:cs typeface="Aptos"/>
              </a:rPr>
              <a:t>Pilot rollout and operating rhythm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C5169B-8317-461D-B11E-F1F3AFFC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4766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E1FAAD-4F01-4279-A7E3-42889F19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66900"/>
            <a:ext cx="2076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6327CD-7036-4513-8E6D-06648F23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1DDA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A0519E-028B-48D9-8DF5-4D657D5E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0025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 Feedback Loops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1F6A6D-A674-43D8-A8E5-BDB48AAE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2076450" cy="26098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04052F-B48C-4B64-A840-880DA990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43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Performance reviews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9EAE37-0606-4C2C-A838-12190530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432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Course corrections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3679E4-4E7B-45C8-B90C-F4CBA33E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433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Funding and strategy decisions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6E4F2F-3B2F-45EE-A615-8F4522F3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5770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C4A15B"/>
            </a:solidFill>
            <a:prstDash val="dash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56AA750-5DB3-4C5A-95A5-E949388E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815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26071"/>
                </a:solidFill>
                <a:latin typeface="Aptos"/>
                <a:ea typeface="Aptos"/>
                <a:cs typeface="Aptos"/>
              </a:rPr>
              <a:t>Evidence used in steering and investment decisions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A4088F-AD41-478D-8ECC-38E1D78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A6036B3-8DE3-424F-B38C-31B2D757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 loop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8A703C-4D10-43EC-AF4E-F5CFCFE7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00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0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7E0EA"/>
                </a:solidFill>
                <a:latin typeface="Aptos"/>
                <a:ea typeface="Aptos"/>
                <a:cs typeface="Aptos"/>
              </a:rPr>
              <a:t>Management reviews convert monitoring data into decisions on delivery, resources and strategy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AE38EE-31BD-4F85-B68E-1A49DF6E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19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F1DDA4"/>
                </a:solidFill>
                <a:latin typeface="Aptos"/>
                <a:ea typeface="Aptos"/>
                <a:cs typeface="Aptos"/>
              </a:rPr>
              <a:t>returns to steps 1 and 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7848B01-0BE7-4363-B742-68247E2E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91125"/>
            <a:ext cx="906780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15B"/>
            </a:solidFill>
            <a:prstDash val="dash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2B11644-C990-46F8-93A1-5B1C352C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THRUSHCROSS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642FAF-F2E8-4F6E-BFC5-588C7B93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1510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" b="0" i="1">
                <a:solidFill>
                  <a:srgbClr val="8C6B2E"/>
                </a:solidFill>
                <a:latin typeface="Georgia"/>
                <a:ea typeface="Georgia"/>
                <a:cs typeface="Georgia"/>
              </a:defRPr>
            </a:pPr>
            <a:r>
              <a:rPr sz="525" b="0" i="1">
                <a:solidFill>
                  <a:srgbClr val="8C6B2E"/>
                </a:solidFill>
                <a:latin typeface="Georgia"/>
                <a:ea typeface="Georgia"/>
                <a:cs typeface="Georgia"/>
              </a:rPr>
              <a:t>Advisory Services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FFF2CC-AAB5-4AF9-B8DB-B937E829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62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7D889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7D8897"/>
                </a:solidFill>
                <a:latin typeface="Aptos"/>
                <a:ea typeface="Aptos"/>
                <a:cs typeface="Aptos"/>
              </a:rPr>
              <a:t>GrainPro  |  Impact conversation  ·  4</a:t>
            </a:r>
          </a:p>
        </p:txBody>
      </p:sp>
    </p:spTree>
    <p:extLst>
      <p:ext uri="{BB962C8B-B14F-4D97-AF65-F5344CB8AC3E}">
        <p14:creationId xmlns:p14="http://schemas.microsoft.com/office/powerpoint/2010/main" val="422771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2026-09-22T20:46:38.5440000Z</dcterms:created>
  <dcterms:modified xsi:type="dcterms:W3CDTF">2026-09-22T20:46:38.5440000Z</dcterms:modified>
</coreProperties>
</file>