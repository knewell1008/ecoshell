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91b6e9f584d13" /><Relationship Type="http://schemas.openxmlformats.org/officeDocument/2006/relationships/extended-properties" Target="/docProps/app.xml" Id="R83df4428407c44b0" /><Relationship Type="http://schemas.openxmlformats.org/officeDocument/2006/relationships/officeDocument" Target="/ppt/presentation.xml" Id="R86fb522bf329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2ff730a35c4df8"/>
  </p:sldMasterIdLst>
  <p:notesMasterIdLst>
    <p:notesMasterId xmlns:r="http://schemas.openxmlformats.org/officeDocument/2006/relationships" r:id="R57e6ca6a5ab24612"/>
  </p:notesMasterIdLst>
  <p:sldIdLst>
    <p:sldId xmlns:r="http://schemas.openxmlformats.org/officeDocument/2006/relationships" id="256" r:id="R042f9600ed4244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b881ecd87448b" /><Relationship Type="http://schemas.openxmlformats.org/officeDocument/2006/relationships/slideMaster" Target="/ppt/slideMasters/slideMaster1.xml" Id="R002ff730a35c4df8" /><Relationship Type="http://schemas.openxmlformats.org/officeDocument/2006/relationships/notesMaster" Target="/ppt/notesMasters/notesMaster1.xml" Id="R57e6ca6a5ab24612" /><Relationship Type="http://schemas.openxmlformats.org/officeDocument/2006/relationships/presProps" Target="/ppt/presProps.xml" Id="R7c96c1d743bf42fe" /><Relationship Type="http://schemas.openxmlformats.org/officeDocument/2006/relationships/tableStyles" Target="/ppt/tableStyles.xml" Id="R9348aa81779c4fde" /><Relationship Type="http://schemas.openxmlformats.org/officeDocument/2006/relationships/slide" Target="/ppt/slides/slide1.xml" Id="R042f9600ed42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2cde0ce05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bb616ca6848d4" /><Relationship Type="http://schemas.openxmlformats.org/officeDocument/2006/relationships/notesMaster" Target="/ppt/notesMasters/notesMaster1.xml" Id="Rca55e6b34a2c4d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Created as a less technical alternative to a Theory of Change slide. The slide frames Thrushcross's understanding as a working view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1bb2e521244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ea10604404025" /><Relationship Type="http://schemas.openxmlformats.org/officeDocument/2006/relationships/slideLayout" Target="/ppt/slideLayouts/slideLayout1.xml" Id="Rf51419e2e306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419e2e306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839ff48ca4f91" /><Relationship Type="http://schemas.openxmlformats.org/officeDocument/2006/relationships/notesSlide" Target="/ppt/notesSlides/notesSlide1.xml" Id="R2cb48bf641df45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DDF62-5811-4919-9228-960C47F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C6B2E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8C6B2E"/>
                </a:solidFill>
                <a:latin typeface="Georgia"/>
                <a:ea typeface="Georgia"/>
                <a:cs typeface="Georgia"/>
              </a:rPr>
              <a:t>MEASURING SOCIAL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C6287-0D25-4700-B033-01B3CF6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292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Our Working View of GrainPro's Impact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33D3E-18DF-4FC1-8780-996C2B4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A starting point for discussion: what is right, what is missing, and what matters most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479B9-74EF-47DB-97AC-F2C93F9D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05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526ED-03AE-4676-B1CD-F99D9A2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05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A5588-0D06-4A99-99AB-C65AF20E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AD7A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EAD7A4"/>
                </a:solidFill>
                <a:latin typeface="Georgia"/>
                <a:ea typeface="Georgia"/>
                <a:cs typeface="Georgia"/>
              </a:rPr>
              <a:t>WHAT GRAINPRO ENABLES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3EACE-A173-43FC-B2F1-EB3278CE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Hermetic storage 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22008-4B5D-4E33-8149-D30F2951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Distribution through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EFE78-A749-4EF1-8E7F-F0836D99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Training on correct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4C3EF-A944-4F35-A758-F2C5B81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289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AB6AB-3380-40E1-A2C9-FBF9D1A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32A03-EF9D-494C-8223-8FDB924A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C10D-BFB2-4251-94FF-3C5D4B5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AD7A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EAD7A4"/>
                </a:solidFill>
                <a:latin typeface="Georgia"/>
                <a:ea typeface="Georgia"/>
                <a:cs typeface="Georgia"/>
              </a:rPr>
              <a:t>WHAT CHANGES FOR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720A3-FC0C-47AF-A6F6-6F08CC9D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Lower storage losses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471A8-5A18-4BAA-945C-7068B9E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05175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Better crop quality and prices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3327F-1428-40B9-906B-2589563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More choice on when to sell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4D721-B280-4E4F-918C-F9903D54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62425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Reduced pesticide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69F7C-2256-4FB0-936F-9FFEEBA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289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4B320-0A8B-4F62-AE60-9D967B8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11430">
            <a:solidFill>
              <a:srgbClr val="0015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0B542-391B-4042-A9C9-A4E2BAD1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562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7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4352B-A4BD-4C0F-9A46-C8242E8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383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0152D"/>
                </a:solidFill>
                <a:latin typeface="Georgia"/>
                <a:ea typeface="Georgia"/>
                <a:cs typeface="Georgia"/>
              </a:rPr>
              <a:t>WHAT THIS CAN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2777A-6D46-4419-8A72-CF1C1173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Smallholder income and food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6B477-CDEB-420B-BD2C-97A7F5F3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Avoided emissions from lost food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C7C18-1B94-4338-AEA4-60570529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Reduced plastic waste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947E1-78D8-45E6-BA27-B90373FA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AD3D5-EC42-41EB-AADF-A9E086E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 for discussion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34F73-DDFF-4CE8-B523-ADABB481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29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E0E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7E0EA"/>
                </a:solidFill>
                <a:latin typeface="Aptos"/>
                <a:ea typeface="Aptos"/>
                <a:cs typeface="Aptos"/>
              </a:rPr>
              <a:t>Which outcomes matter most? Where is the evidence already strong? Where is measurement difficult? What story would help GrainPro commercially or strategically?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6C73B-7ACC-4A6B-A626-3DF4EA0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THRUSHCROSS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37E867-4DC9-4ACB-AF50-77DC0920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674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" b="0" i="1">
                <a:solidFill>
                  <a:srgbClr val="8C6B2E"/>
                </a:solidFill>
                <a:latin typeface="Georgia"/>
                <a:ea typeface="Georgia"/>
                <a:cs typeface="Georgia"/>
              </a:defRPr>
            </a:pPr>
            <a:r>
              <a:rPr sz="525" b="0" i="1">
                <a:solidFill>
                  <a:srgbClr val="8C6B2E"/>
                </a:solidFill>
                <a:latin typeface="Georgia"/>
                <a:ea typeface="Georgia"/>
                <a:cs typeface="Georgia"/>
              </a:rPr>
              <a:t>Advisory Services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C4A030-5E45-4E8E-A193-D7D829C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24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7D889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D8897"/>
                </a:solidFill>
                <a:latin typeface="Aptos"/>
                <a:ea typeface="Aptos"/>
                <a:cs typeface="Aptos"/>
              </a:rPr>
              <a:t>GrainPro  |  Impact conversation  ·  3</a:t>
            </a:r>
          </a:p>
        </p:txBody>
      </p:sp>
    </p:spTree>
    <p:extLst>
      <p:ext uri="{BB962C8B-B14F-4D97-AF65-F5344CB8AC3E}">
        <p14:creationId xmlns:p14="http://schemas.microsoft.com/office/powerpoint/2010/main" val="970468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2026-09-22T21:23:36.4000000Z</dcterms:created>
  <dcterms:modified xsi:type="dcterms:W3CDTF">2026-09-22T21:23:36.4000000Z</dcterms:modified>
</coreProperties>
</file>